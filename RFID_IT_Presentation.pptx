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457200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743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Projet RFID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Suivi Chariots &amp;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Automatisation Oracle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5303520" cy="457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788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GE Healthcare Buc  |  Ligne Pristina  |  Présentation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146304" cy="146304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8F4"/>
                </a:solidFill>
              </a:rPr>
              <a:t>Remplacer les étiquettes papier par un tracking RFID digital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657600"/>
            <a:ext cx="146304" cy="146304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8F4"/>
                </a:solidFill>
              </a:rPr>
              <a:t>Suivi temps réel des 49 chariots — ligne Pristina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023360"/>
            <a:ext cx="146304" cy="146304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8F4"/>
                </a:solidFill>
              </a:rPr>
              <a:t>Automatisation Move Transactions Oracle WIP sans saisie manuelle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389120"/>
            <a:ext cx="146304" cy="146304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8F4"/>
                </a:solidFill>
              </a:rPr>
              <a:t>2 technologies : RFID HF (Pepper C1) + QR Code (Pistolet)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49 chariots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636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F0EE"/>
                </a:solidFill>
              </a:rPr>
              <a:t>98 badges RFID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2286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 A/B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167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0ED"/>
                </a:solidFill>
              </a:rPr>
              <a:t>Pepper C1 RFID HF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 C/D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0ED"/>
                </a:solidFill>
              </a:rPr>
              <a:t>QR Code + Pistolet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246120"/>
            <a:ext cx="2697480" cy="1463040"/>
          </a:xfrm>
          <a:prstGeom prst="rect">
            <a:avLst/>
          </a:prstGeom>
          <a:solidFill>
            <a:srgbClr val="00715F"/>
          </a:solidFill>
          <a:ln w="12700">
            <a:solidFill>
              <a:srgbClr val="007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2461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49 START + 49 END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 10, OP 20, OP 40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 60, OP 80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de Développement — Prototype Raspberry 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 HealthCare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3840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77240"/>
            <a:ext cx="50292" cy="41148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Technologies utilisées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298448"/>
            <a:ext cx="361188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5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Python — Flask, Paho-MQTT, MySQL-connector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3611880" cy="475488"/>
          </a:xfrm>
          <a:prstGeom prst="rect">
            <a:avLst/>
          </a:prstGeom>
          <a:solidFill>
            <a:srgbClr val="EBF2F8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Base de données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MySQL / MariaDB — rfid_buc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395728"/>
            <a:ext cx="361188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Messagerie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Mosquitto — Broker MQTT (port 1883)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944368"/>
            <a:ext cx="3611880" cy="475488"/>
          </a:xfrm>
          <a:prstGeom prst="rect">
            <a:avLst/>
          </a:prstGeom>
          <a:solidFill>
            <a:srgbClr val="EBF2F8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80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Frontend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JavaScript + Bootstrap 5 — tablettes opérateurs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493008"/>
            <a:ext cx="361188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Hardware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12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Raspberry Pi 4 (prototype) · Pepper C1 (lecteur RFID)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15968" y="777240"/>
            <a:ext cx="45720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15968" y="777240"/>
            <a:ext cx="50292" cy="192024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57C"/>
                </a:solidFill>
              </a:rPr>
              <a:t>Couche 1 — Tracking physique (100% automatique)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62272" y="1261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Badge RFID scanné → MQTT → Python → MySQL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1591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Mise à jour statut chariot en temps réel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62272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Événement horodaté dans cart_events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15968" y="2834640"/>
            <a:ext cx="45720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15968" y="2834640"/>
            <a:ext cx="50292" cy="20574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2926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Couche 2 — Suivi jobs Oracle + Move Transaction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3319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sync_oracle.py → OFs Released → MySQL jobs_planning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62272" y="3648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Tablette WS : associer le job Oracle au chariot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62272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→  Badge END → oracle_msca.py → Move Transaction auto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1965960"/>
            <a:ext cx="237744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1965960"/>
            <a:ext cx="235915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Seule action humaine : associer le job au chariot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Protocoles Utilisés — Développement → Production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 HealthCare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22452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224528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3268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57C"/>
                </a:solidFill>
              </a:rPr>
              <a:t>MQTT / MQTTS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225296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Pepper C1 → Serveur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499616"/>
            <a:ext cx="3813048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609344"/>
            <a:ext cx="3877056" cy="320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459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Prototype: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6459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Port 1883 — sans TLS (prototype)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1993392"/>
            <a:ext cx="3877056" cy="320040"/>
          </a:xfrm>
          <a:prstGeom prst="rect">
            <a:avLst/>
          </a:prstGeom>
          <a:solidFill>
            <a:srgbClr val="E6F4F2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99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Production: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0299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Port 8883 — MQTTS + TLS (production)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423160"/>
            <a:ext cx="3904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ℹ Broker Mosquitto sur Raspberry Pi / VM Ubuntu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2452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4224528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93268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HTTP / HTTPS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225296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Dashboard tablettes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499616"/>
            <a:ext cx="3813048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1609344"/>
            <a:ext cx="3877056" cy="320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6459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Prototype: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41848" y="16459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Port 5000 — HTTP Flask (prototype)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73752" y="1993392"/>
            <a:ext cx="3877056" cy="320040"/>
          </a:xfrm>
          <a:prstGeom prst="rect">
            <a:avLst/>
          </a:prstGeom>
          <a:solidFill>
            <a:srgbClr val="E6F4F2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0299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Production: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41848" y="20299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Port 443 — HTTPS Nginx + Flask (production)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423160"/>
            <a:ext cx="3904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ℹ Interface Bootstrap 5 — responsive tablettes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953512"/>
            <a:ext cx="422452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953512"/>
            <a:ext cx="4224528" cy="54864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08152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73"/>
                </a:solidFill>
              </a:rPr>
              <a:t>Telnet MWA (MSCA)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" y="3374136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Move Transaction Oracle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" y="3648456"/>
            <a:ext cx="3813048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3758184"/>
            <a:ext cx="3877056" cy="320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794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Prototype: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88720" y="379476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ebsmwaexp…:10400 (GLTEST pour tests)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" y="4142232"/>
            <a:ext cx="3877056" cy="320040"/>
          </a:xfrm>
          <a:prstGeom prst="rect">
            <a:avLst/>
          </a:prstGeom>
          <a:solidFill>
            <a:srgbClr val="E6F4F2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1788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Production: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88720" y="41788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ebsmwaexpglprod…:10400 (GLPROD — production)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8912" y="4572000"/>
            <a:ext cx="3904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ℹ Python simule saisie MSCA — approche validée GE Hino Japan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953512"/>
            <a:ext cx="422452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953512"/>
            <a:ext cx="4224528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08152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MySQL / MariaDB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92040" y="3374136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Base de données locale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3648456"/>
            <a:ext cx="3813048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752" y="3758184"/>
            <a:ext cx="3877056" cy="320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794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Prototype: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41848" y="379476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MariaDB 11 sur Raspberry Pi — rfid_buc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73752" y="4142232"/>
            <a:ext cx="3877056" cy="320040"/>
          </a:xfrm>
          <a:prstGeom prst="rect">
            <a:avLst/>
          </a:prstGeom>
          <a:solidFill>
            <a:srgbClr val="E6F4F2"/>
          </a:solidFill>
          <a:ln w="12700">
            <a:solidFill>
              <a:srgbClr val="D1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28616" y="41788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Production: 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41848" y="41788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MySQL sur VM Ubuntu — même schéma 14 tables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92040" y="4572000"/>
            <a:ext cx="3904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ℹ 14 tables : chariots, missions, jobs, événements, queue Oracle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Finale — Serveur Linux GE + Sécurité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 HealthCare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73152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B4D0"/>
                </a:solidFill>
              </a:rPr>
              <a:t>Raspberry Pi → VM Ubuntu Server 22.04 LTS | Même code source — seulement la configuration change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" y="1143000"/>
            <a:ext cx="1417320" cy="9144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Pepper C1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(RFID HF)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WiFi usine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600200"/>
            <a:ext cx="274320" cy="0"/>
          </a:xfrm>
          <a:prstGeom prst="line">
            <a:avLst/>
          </a:prstGeom>
          <a:noFill/>
          <a:ln w="25400">
            <a:solidFill>
              <a:srgbClr val="0085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143000"/>
            <a:ext cx="1417320" cy="9144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MQTTS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 8883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(TLS)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Chiffré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08960" y="1600200"/>
            <a:ext cx="274320" cy="0"/>
          </a:xfrm>
          <a:prstGeom prst="line">
            <a:avLst/>
          </a:prstGeom>
          <a:noFill/>
          <a:ln w="25400">
            <a:solidFill>
              <a:srgbClr val="0085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143000"/>
            <a:ext cx="1417320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Mosquitto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rfid_mqtt.py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VM Ubuntu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274320" cy="0"/>
          </a:xfrm>
          <a:prstGeom prst="line">
            <a:avLst/>
          </a:prstGeom>
          <a:noFill/>
          <a:ln w="25400">
            <a:solidFill>
              <a:srgbClr val="0085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143000"/>
            <a:ext cx="1417320" cy="9144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rfid_buc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14 tables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274320" cy="0"/>
          </a:xfrm>
          <a:prstGeom prst="line">
            <a:avLst/>
          </a:prstGeom>
          <a:noFill/>
          <a:ln w="25400">
            <a:solidFill>
              <a:srgbClr val="0085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143000"/>
            <a:ext cx="141732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Nginx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HTTPS 443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0" y="1600200"/>
            <a:ext cx="274320" cy="0"/>
          </a:xfrm>
          <a:prstGeom prst="line">
            <a:avLst/>
          </a:prstGeom>
          <a:noFill/>
          <a:ln w="25400">
            <a:solidFill>
              <a:srgbClr val="0085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1143000"/>
            <a:ext cx="1417320" cy="914400"/>
          </a:xfrm>
          <a:prstGeom prst="rect">
            <a:avLst/>
          </a:prstGeom>
          <a:solidFill>
            <a:srgbClr val="0A6159"/>
          </a:solidFill>
          <a:ln w="12700">
            <a:solidFill>
              <a:srgbClr val="0A61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Tablettes 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Opérateurs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18105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ECE9"/>
                </a:solidFill>
              </a:rPr>
              <a:t>Dashboard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B4D0"/>
                </a:solidFill>
              </a:rPr>
              <a:t>Synchronisation Oracle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" y="2578608"/>
            <a:ext cx="1600200" cy="777240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" y="2596896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sync_oracle.py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" y="3081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CBA8"/>
                </a:solidFill>
              </a:rPr>
              <a:t>OFs Released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737360" y="2962656"/>
            <a:ext cx="274320" cy="0"/>
          </a:xfrm>
          <a:prstGeom prst="line">
            <a:avLst/>
          </a:prstGeom>
          <a:noFill/>
          <a:ln w="25400">
            <a:solidFill>
              <a:srgbClr val="FCA8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74520" y="2578608"/>
            <a:ext cx="1600200" cy="777240"/>
          </a:xfrm>
          <a:prstGeom prst="rect">
            <a:avLst/>
          </a:prstGeom>
          <a:solidFill>
            <a:srgbClr val="A04010"/>
          </a:solidFill>
          <a:ln w="12700">
            <a:solidFill>
              <a:srgbClr val="A040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2596896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Oracle GLPROD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(DB 1521)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74520" y="3081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CBA8"/>
                </a:solidFill>
              </a:rPr>
              <a:t>apps.WIP_*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0" y="2962656"/>
            <a:ext cx="274320" cy="0"/>
          </a:xfrm>
          <a:prstGeom prst="line">
            <a:avLst/>
          </a:prstGeom>
          <a:noFill/>
          <a:ln w="25400">
            <a:solidFill>
              <a:srgbClr val="FCA8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2578608"/>
            <a:ext cx="1600200" cy="77724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2596896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jobs_planning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3081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CBA8"/>
                </a:solidFill>
              </a:rPr>
              <a:t>OFs synchronisés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12080" y="2962656"/>
            <a:ext cx="274320" cy="0"/>
          </a:xfrm>
          <a:prstGeom prst="line">
            <a:avLst/>
          </a:prstGeom>
          <a:noFill/>
          <a:ln w="25400">
            <a:solidFill>
              <a:srgbClr val="FCA8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49240" y="2578608"/>
            <a:ext cx="1600200" cy="777240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2596896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oracle_msca.py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3081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CBA8"/>
                </a:solidFill>
              </a:rPr>
              <a:t>Move Transaction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49440" y="2962656"/>
            <a:ext cx="274320" cy="0"/>
          </a:xfrm>
          <a:prstGeom prst="line">
            <a:avLst/>
          </a:prstGeom>
          <a:noFill/>
          <a:ln w="25400">
            <a:solidFill>
              <a:srgbClr val="FCA8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6600" y="2578608"/>
            <a:ext cx="1600200" cy="777240"/>
          </a:xfrm>
          <a:prstGeom prst="rect">
            <a:avLst/>
          </a:prstGeom>
          <a:solidFill>
            <a:srgbClr val="A04010"/>
          </a:solidFill>
          <a:ln w="12700">
            <a:solidFill>
              <a:srgbClr val="A04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86600" y="2596896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MWA MSCA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 10400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86600" y="3081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CBA8"/>
                </a:solidFill>
              </a:rPr>
              <a:t>Telnet sécurisé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37160" y="3547872"/>
            <a:ext cx="8851392" cy="1371600"/>
          </a:xfrm>
          <a:prstGeom prst="rect">
            <a:avLst/>
          </a:prstGeom>
          <a:solidFill>
            <a:srgbClr val="0A1E35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57C"/>
                </a:solidFill>
              </a:rPr>
              <a:t>Optionnel — Cloud GE / Intégrations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004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0"/>
                </a:solidFill>
              </a:rPr>
              <a:t>◆  Power BI → MySQL (dashboard direction)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0"/>
                </a:solidFill>
              </a:rPr>
              <a:t>◆  Alertes Teams (missions critiques)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4270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0"/>
                </a:solidFill>
              </a:rPr>
              <a:t>◆  VPN GE existant → accès externe direction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4270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0"/>
                </a:solidFill>
              </a:rPr>
              <a:t>◆  Sauvegarde automatique VM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Besoins IT — Ce que nous demandons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 HealthCare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777240"/>
            <a:ext cx="2852928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941832"/>
            <a:ext cx="457200" cy="45720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941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96012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Serveur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149047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0020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VM Ubuntu Server 22.04 LTS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IP fixe réseau usine GE Buc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77240"/>
            <a:ext cx="2852928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941832"/>
            <a:ext cx="457200" cy="457200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41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67912" y="96012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57C"/>
                </a:solidFill>
              </a:rPr>
              <a:t>Réseau / Firewall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49047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0020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Ports 8883 (MQTTS) et 443 (HTTPS)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ouverture sur réseau usine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77724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777240"/>
            <a:ext cx="2852928" cy="640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941832"/>
            <a:ext cx="457200" cy="457200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941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67144" y="96012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F73"/>
                </a:solidFill>
              </a:rPr>
              <a:t>WiFi Industriel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36792" y="149047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60020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Couverture complète SMK + Pristina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Pepper C1 + tablettes (2.4 GHz / 5 GHz)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292608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2926080"/>
            <a:ext cx="2852928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309067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310896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Oracle GLTEST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8328" y="363931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74904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Accès username/password MWA MSCA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Org BUC — pour les tests préalables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292608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926080"/>
            <a:ext cx="2852928" cy="64008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090672"/>
            <a:ext cx="457200" cy="457200"/>
          </a:xfrm>
          <a:prstGeom prst="ellipse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67912" y="310896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0F"/>
                </a:solidFill>
              </a:rPr>
              <a:t>Oracle GLPROD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337560" y="363931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74904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Accès identique pour la production finale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Move Transactions WIP sur OFs Released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2926080"/>
            <a:ext cx="285292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2926080"/>
            <a:ext cx="2852928" cy="64008"/>
          </a:xfrm>
          <a:prstGeom prst="rect">
            <a:avLst/>
          </a:prstGeom>
          <a:solidFill>
            <a:srgbClr val="0A6159"/>
          </a:solidFill>
          <a:ln w="12700">
            <a:solidFill>
              <a:srgbClr val="0A61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3090672"/>
            <a:ext cx="457200" cy="457200"/>
          </a:xfrm>
          <a:prstGeom prst="ellipse">
            <a:avLst/>
          </a:prstGeom>
          <a:solidFill>
            <a:srgbClr val="0A6159"/>
          </a:solidFill>
          <a:ln w="12700">
            <a:solidFill>
              <a:srgbClr val="0A61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67144" y="310896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159"/>
                </a:solidFill>
              </a:rPr>
              <a:t>Certificat SSL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36792" y="3639312"/>
            <a:ext cx="25786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374904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Pour HTTPS (Nginx) et MQTTS (Mosquitto)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Certificat GE ou Let's Encrypt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1168" y="4773168"/>
            <a:ext cx="8741664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7823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Optionnel : connecteur Power BI → MySQL (dashboard direction) · VPN GE existant → accès externe direction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RFID — Suivi Chariots &amp; Automatisation Oracle</dc:title>
  <dc:subject>PptxGenJS Presentation</dc:subject>
  <dc:creator>GE Healthcare Buc — RFID Project</dc:creator>
  <cp:lastModifiedBy>GE Healthcare Buc — RFID Project</cp:lastModifiedBy>
  <cp:revision>1</cp:revision>
  <dcterms:created xsi:type="dcterms:W3CDTF">2026-05-27T10:29:52Z</dcterms:created>
  <dcterms:modified xsi:type="dcterms:W3CDTF">2026-05-27T10:29:52Z</dcterms:modified>
</cp:coreProperties>
</file>