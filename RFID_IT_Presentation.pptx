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320040"/>
            <a:ext cx="2286000" cy="548640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20040" y="320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 HealthCare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0040" y="960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D6F1"/>
                </a:solidFill>
              </a:rPr>
              <a:t>GE Healthcare Buc  |  Ligne Pristina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RFID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20040" y="242316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00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Chariots &amp; Automatisation Oracle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20040" y="3246120"/>
            <a:ext cx="11521440" cy="0"/>
          </a:xfrm>
          <a:prstGeom prst="line">
            <a:avLst/>
          </a:prstGeom>
          <a:noFill/>
          <a:ln w="25400">
            <a:solidFill>
              <a:srgbClr val="0085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3429000"/>
            <a:ext cx="11521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DC3C7"/>
                </a:solidFill>
              </a:rPr>
              <a:t>Présentation IT  —  Phase de développement &amp; Architecture finale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0040" y="4160520"/>
            <a:ext cx="2743200" cy="2331720"/>
          </a:xfrm>
          <a:prstGeom prst="rect">
            <a:avLst/>
          </a:prstGeom>
          <a:solidFill>
            <a:srgbClr val="0A2560"/>
          </a:solidFill>
          <a:ln w="19050">
            <a:solidFill>
              <a:srgbClr val="00857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4160520"/>
            <a:ext cx="2743200" cy="64008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4297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49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320040" y="534924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ED6F1"/>
                </a:solidFill>
              </a:rPr>
              <a:t>Chariots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ED6F1"/>
                </a:solidFill>
              </a:rPr>
              <a:t>total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46120" y="4160520"/>
            <a:ext cx="2743200" cy="2331720"/>
          </a:xfrm>
          <a:prstGeom prst="rect">
            <a:avLst/>
          </a:prstGeom>
          <a:solidFill>
            <a:srgbClr val="0A2560"/>
          </a:solidFill>
          <a:ln w="19050">
            <a:solidFill>
              <a:srgbClr val="00857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6120" y="4160520"/>
            <a:ext cx="2743200" cy="64008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46120" y="4297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98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3246120" y="534924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ED6F1"/>
                </a:solidFill>
              </a:rPr>
              <a:t>Badges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ED6F1"/>
                </a:solidFill>
              </a:rPr>
              <a:t>RFID HF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4160520"/>
            <a:ext cx="2743200" cy="2331720"/>
          </a:xfrm>
          <a:prstGeom prst="rect">
            <a:avLst/>
          </a:prstGeom>
          <a:solidFill>
            <a:srgbClr val="0A2560"/>
          </a:solidFill>
          <a:ln w="19050">
            <a:solidFill>
              <a:srgbClr val="00857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72200" y="4160520"/>
            <a:ext cx="2743200" cy="64008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4297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4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6172200" y="534924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ED6F1"/>
                </a:solidFill>
              </a:rPr>
              <a:t>Types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ED6F1"/>
                </a:solidFill>
              </a:rPr>
              <a:t>chariots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098280" y="4160520"/>
            <a:ext cx="2743200" cy="2331720"/>
          </a:xfrm>
          <a:prstGeom prst="rect">
            <a:avLst/>
          </a:prstGeom>
          <a:solidFill>
            <a:srgbClr val="0A2560"/>
          </a:solidFill>
          <a:ln w="19050">
            <a:solidFill>
              <a:srgbClr val="00857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98280" y="4160520"/>
            <a:ext cx="2743200" cy="64008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98280" y="4297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3</a:t>
            </a:r>
            <a:endParaRPr lang="en-US" sz="6000" dirty="0"/>
          </a:p>
        </p:txBody>
      </p:sp>
      <p:sp>
        <p:nvSpPr>
          <p:cNvPr id="25" name="Text 23"/>
          <p:cNvSpPr/>
          <p:nvPr/>
        </p:nvSpPr>
        <p:spPr>
          <a:xfrm>
            <a:off x="9098280" y="534924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ED6F1"/>
                </a:solidFill>
              </a:rPr>
              <a:t>Phases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ED6F1"/>
                </a:solidFill>
              </a:rPr>
              <a:t>développement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6D7E"/>
                </a:solidFill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 HealthCare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Phase de Développement  —  Prototype Raspberry Pi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5486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88720"/>
            <a:ext cx="109728" cy="123444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6187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3087"/>
                </a:solidFill>
              </a:rPr>
              <a:t>Prototype actuel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Développement sur Raspberry Pi  →  réseau WiFi local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Même code utilisé en production sur serveur Linux 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2606040"/>
            <a:ext cx="5486400" cy="3931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57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606040"/>
            <a:ext cx="109728" cy="3931920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7919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857C"/>
                </a:solidFill>
              </a:rPr>
              <a:t>Technologies utilisées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090672"/>
            <a:ext cx="51206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218688"/>
            <a:ext cx="1097280" cy="34747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186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Python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737360" y="321868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Flask · Paho-MQTT · MySQL-connector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767328"/>
            <a:ext cx="1097280" cy="34747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76732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MySQL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737360" y="376732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Base de données rfid_buc (8 tables)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315968"/>
            <a:ext cx="1097280" cy="34747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31596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Mosquitto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737360" y="431596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Broker MQTT — gestion messages RFID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864608"/>
            <a:ext cx="1097280" cy="34747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8646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Bootstrap 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737360" y="486460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Interface responsive tablettes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413248"/>
            <a:ext cx="1097280" cy="34747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413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JavaScript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737360" y="541324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Dashboard dynamique temps réel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961888"/>
            <a:ext cx="1097280" cy="34747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9618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paho-mqtt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737360" y="596188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Communication Pepper C1 → serveur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1188720"/>
            <a:ext cx="5623560" cy="5349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86D1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217920" y="1188720"/>
            <a:ext cx="109728" cy="5349240"/>
          </a:xfrm>
          <a:prstGeom prst="rect">
            <a:avLst/>
          </a:prstGeom>
          <a:solidFill>
            <a:srgbClr val="E86D1E"/>
          </a:solidFill>
          <a:ln w="12700">
            <a:solidFill>
              <a:srgbClr val="E86D1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46520" y="1261872"/>
            <a:ext cx="5303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6D1E"/>
                </a:solidFill>
              </a:rPr>
              <a:t>Architecture 2 couches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446520" y="1691640"/>
            <a:ext cx="53035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46520" y="1874520"/>
            <a:ext cx="5257800" cy="2011680"/>
          </a:xfrm>
          <a:prstGeom prst="rect">
            <a:avLst/>
          </a:prstGeom>
          <a:solidFill>
            <a:srgbClr val="EBF5FB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37960" y="1938528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3087"/>
                </a:solidFill>
              </a:rPr>
              <a:t>Couche 1  —  Tracking physique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37960" y="233172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8449"/>
                </a:solidFill>
              </a:rPr>
              <a:t>100% AUTOMATIQUE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Badge START detecte  →  statut EN_ATTENTE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Badge END detecte    →  statut RETOUR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Aucune action humaine requise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46520" y="4069080"/>
            <a:ext cx="5257800" cy="2194560"/>
          </a:xfrm>
          <a:prstGeom prst="rect">
            <a:avLst/>
          </a:prstGeom>
          <a:solidFill>
            <a:srgbClr val="EAFAF1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37960" y="4133088"/>
            <a:ext cx="5074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8449"/>
                </a:solidFill>
              </a:rPr>
              <a:t>Couche 2  —  Suivi jobs Oracle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537960" y="4526280"/>
            <a:ext cx="5074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6D1E"/>
                </a:solidFill>
              </a:rPr>
              <a:t>VALIDATION HUMAINE UNIQUE 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C2833"/>
                </a:solidFill>
              </a:rPr>
              <a:t>Associer le job au chariot sur tablette WS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8449"/>
                </a:solidFill>
              </a:rPr>
              <a:t>Badge START  →  Move Oracle automatique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Badge END    →  Aucune transaction Oracle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 HealthCare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Protocoles Utilisés dans le Développement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5669280" cy="2560320"/>
          </a:xfrm>
          <a:prstGeom prst="rect">
            <a:avLst/>
          </a:prstGeom>
          <a:solidFill>
            <a:srgbClr val="FEF5F5"/>
          </a:solidFill>
          <a:ln w="19050">
            <a:solidFill>
              <a:srgbClr val="C0392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88720"/>
            <a:ext cx="566928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18872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MQTT / MQTTS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499616"/>
            <a:ext cx="5449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Pepper C1 → Serveur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178308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Communication entre le lecteur RFID et le serveur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2157984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Prototype  →  port 1883  (sans TLS)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532888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Production →  port 8883  (MQTTS + TLS)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2907792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Topic : rfid/buc/#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3282696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QoS 1 — livraison garantie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72200" y="1188720"/>
            <a:ext cx="5669280" cy="2560320"/>
          </a:xfrm>
          <a:prstGeom prst="rect">
            <a:avLst/>
          </a:prstGeom>
          <a:solidFill>
            <a:srgbClr val="EBF5FB"/>
          </a:solidFill>
          <a:ln w="19050">
            <a:solidFill>
              <a:srgbClr val="00308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1188720"/>
            <a:ext cx="5669280" cy="50292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81928" y="118872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HTTP / HTTPS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81928" y="1499616"/>
            <a:ext cx="5449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Tablettes → Serveur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09360" y="178308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3087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Accès dashboard web depuis les tablettes WS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309360" y="2157984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3087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Prototype  →  port 5000  HTTP  (Flask)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09360" y="2532888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3087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Production →  port 443  HTTPS  (Nginx)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309360" y="2907792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3087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Bootstrap 5 + JavaScript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09360" y="3282696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3087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Refresh automatique toutes les 30 secondes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4320" y="3977640"/>
            <a:ext cx="5669280" cy="2560320"/>
          </a:xfrm>
          <a:prstGeom prst="rect">
            <a:avLst/>
          </a:prstGeom>
          <a:solidFill>
            <a:srgbClr val="F5EEF8"/>
          </a:solidFill>
          <a:ln w="19050">
            <a:solidFill>
              <a:srgbClr val="6C348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977640"/>
            <a:ext cx="5669280" cy="50292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97764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Telnet MWA MSCA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84048" y="4288536"/>
            <a:ext cx="5449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Automatisation Oracle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11480" y="457200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C3483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Python simule la saisie clavier dans MSCA Oracle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1480" y="4946904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C3483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Connexion Telnet → Login → Navigation → Save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11480" y="5321808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C3483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Move Transaction WIP sans action humaine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11480" y="5696712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C3483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File attente MySQL → traitement asynchrone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11480" y="6071616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C3483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Approche validee : Hino GE Healthcare Japon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172200" y="3977640"/>
            <a:ext cx="5669280" cy="2560320"/>
          </a:xfrm>
          <a:prstGeom prst="rect">
            <a:avLst/>
          </a:prstGeom>
          <a:solidFill>
            <a:srgbClr val="EAFAF1"/>
          </a:solidFill>
          <a:ln w="19050">
            <a:solidFill>
              <a:srgbClr val="1E844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172200" y="3977640"/>
            <a:ext cx="5669280" cy="50292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81928" y="397764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MySQL + sync_oracle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281928" y="4288536"/>
            <a:ext cx="5449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Données &amp; Synchronisation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09360" y="457200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8449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MySQL : stockage missions, chariots, jobs, events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309360" y="4946904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8449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sync_oracle.py : OFs Released → MySQL (periodique)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309360" y="5321808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8449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oracle_move_queue : file attente transactions Oracle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309360" y="5696712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8449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rfid_buc : 8 tables, schéma complet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09360" y="6071616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8449"/>
                </a:solidFill>
              </a:rPr>
              <a:t>▸  </a:t>
            </a:r>
            <a:pPr algn="l" indent="0" marL="0">
              <a:buNone/>
            </a:pPr>
            <a:r>
              <a:rPr lang="en-US" sz="1050" dirty="0">
                <a:solidFill>
                  <a:srgbClr val="1C2833"/>
                </a:solidFill>
              </a:rPr>
              <a:t>Connexion Oracle via cx_Oracle (GLTEST/GLPROD)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28600"/>
            <a:ext cx="2011680" cy="457200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228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 HealthCare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560320" y="182880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Architecture Finale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560320" y="74980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0857C"/>
                </a:solidFill>
              </a:rPr>
              <a:t>Serveur Linux GE  |  Sécurité  |  Cloud optionnel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2578608"/>
            <a:ext cx="11521440" cy="0"/>
          </a:xfrm>
          <a:prstGeom prst="line">
            <a:avLst/>
          </a:prstGeom>
          <a:noFill/>
          <a:ln w="19050">
            <a:solidFill>
              <a:srgbClr val="2D4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371600"/>
            <a:ext cx="1828800" cy="10972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" y="13716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Pepper C1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RFID HF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48840" y="1920240"/>
            <a:ext cx="18288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48840" y="1719072"/>
            <a:ext cx="182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23160" y="1371600"/>
            <a:ext cx="1920240" cy="10972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23160" y="137160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Mosquitto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MQTTS 8883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43400" y="1920240"/>
            <a:ext cx="18288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719072"/>
            <a:ext cx="182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17720" y="1371600"/>
            <a:ext cx="2011680" cy="109728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17720" y="137160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rfid_mqtt.py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Flask + Nginx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29400" y="1920240"/>
            <a:ext cx="18288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1719072"/>
            <a:ext cx="182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03720" y="1371600"/>
            <a:ext cx="1828800" cy="1097280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903720" y="13716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MySQL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rfid_buc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732520" y="1920240"/>
            <a:ext cx="18288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32520" y="1719072"/>
            <a:ext cx="182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006840" y="1371600"/>
            <a:ext cx="1920240" cy="10972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006840" y="137160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Oracle MSCA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Move Auto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927080" y="1920240"/>
            <a:ext cx="18288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27080" y="1719072"/>
            <a:ext cx="182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1155680" y="1371600"/>
            <a:ext cx="822960" cy="1097280"/>
          </a:xfrm>
          <a:prstGeom prst="rect">
            <a:avLst/>
          </a:prstGeom>
          <a:solidFill>
            <a:srgbClr val="E86D1E"/>
          </a:solidFill>
          <a:ln w="12700">
            <a:solidFill>
              <a:srgbClr val="E86D1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1155680" y="1371600"/>
            <a:ext cx="822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Tablettes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HTTPS 443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2788920"/>
            <a:ext cx="3657600" cy="3749040"/>
          </a:xfrm>
          <a:prstGeom prst="rect">
            <a:avLst/>
          </a:prstGeom>
          <a:solidFill>
            <a:srgbClr val="0D1F38"/>
          </a:solidFill>
          <a:ln w="19050">
            <a:solidFill>
              <a:srgbClr val="00857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0040" y="2788920"/>
            <a:ext cx="3657600" cy="457200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2788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Serveur Linux GE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29768" y="3337560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57C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VM Ubuntu Server 22.04 LTS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29768" y="3785616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57C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IP fixe — reseau usine GE Buc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9768" y="4233672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57C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Mosquitto port 8883 (MQTTS+TLS)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29768" y="4681728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57C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Flask + Nginx port 443 (HTTPS)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29768" y="5129784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57C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MySQL base rfid_buc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29768" y="5577840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57C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Meme code que Raspberry Pi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29768" y="6025896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57C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Juste changer la configuration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51960" y="2788920"/>
            <a:ext cx="3657600" cy="3749040"/>
          </a:xfrm>
          <a:prstGeom prst="rect">
            <a:avLst/>
          </a:prstGeom>
          <a:solidFill>
            <a:srgbClr val="0D1F38"/>
          </a:solidFill>
          <a:ln w="19050">
            <a:solidFill>
              <a:srgbClr val="C0392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251960" y="2788920"/>
            <a:ext cx="3657600" cy="457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43400" y="2788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Securite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361688" y="3337560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MQTTS port 8883 — TLS/SSL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61688" y="3785616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HTTPS port 443 — certificat SSL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61688" y="4233672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Username + Password Oracle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61688" y="4681728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VPN GE — acces externe securise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361688" y="5129784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Reseau local usine GE (LAN)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61688" y="5577840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Pas d'acces Internet requis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361688" y="6025896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Conforme securite GE Healthcare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3880" y="2788920"/>
            <a:ext cx="3657600" cy="3749040"/>
          </a:xfrm>
          <a:prstGeom prst="rect">
            <a:avLst/>
          </a:prstGeom>
          <a:solidFill>
            <a:srgbClr val="0D1F38"/>
          </a:solidFill>
          <a:ln w="19050">
            <a:solidFill>
              <a:srgbClr val="1565C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8183880" y="2788920"/>
            <a:ext cx="3657600" cy="4572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275320" y="2788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Cloud GE (optionnel)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293608" y="3337560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Power BI — dashboard direction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93608" y="3785616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Alertes Microsoft Teams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93608" y="4233672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Sauvegarde MySQL automatique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93608" y="4681728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Acces hors usine (sans VPN)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93608" y="5129784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Monitoring + reporting KPIs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293608" y="5577840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Decision IT + Management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293608" y="6025896"/>
            <a:ext cx="3438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65C0"/>
                </a:solidFill>
              </a:rPr>
              <a:t>▸  </a:t>
            </a:r>
            <a:pPr algn="l" indent="0" marL="0">
              <a:buNone/>
            </a:pPr>
            <a:r>
              <a:rPr lang="en-US" sz="1000" dirty="0">
                <a:solidFill>
                  <a:srgbClr val="CBD5E0"/>
                </a:solidFill>
              </a:rPr>
              <a:t>Non requis pour le fonctionnement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6D7E"/>
                </a:solidFill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6D1E"/>
          </a:solidFill>
          <a:ln w="12700">
            <a:solidFill>
              <a:srgbClr val="E86D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 HealthCare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Besoins IT  —  Ce que nous demandons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116128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91440" cy="576072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161288"/>
            <a:ext cx="914400" cy="329184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16128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SERVEUR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508760" y="108813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833"/>
                </a:solidFill>
              </a:rPr>
              <a:t>VM Ubuntu Server 22.04 LTS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08760" y="1371600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IP fixe reseau usine GE Buc  —  meme configuration que Raspberry Pi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0607040" y="1179576"/>
            <a:ext cx="1188720" cy="2926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0" y="117957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REQUIS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691640"/>
            <a:ext cx="116128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1691640"/>
            <a:ext cx="91440" cy="576072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01368"/>
            <a:ext cx="914400" cy="329184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80136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RESEAU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172821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833"/>
                </a:solidFill>
              </a:rPr>
              <a:t>Ports 8883 et 443 ouverts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508760" y="2011680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MQTTS port 8883 (Pepper C1 → serveur)  |  HTTPS port 443 (tablettes → serveur)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0607040" y="1819656"/>
            <a:ext cx="1188720" cy="2926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07040" y="181965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REQUIS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2331720"/>
            <a:ext cx="116128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2331720"/>
            <a:ext cx="91440" cy="576072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2441448"/>
            <a:ext cx="914400" cy="329184"/>
          </a:xfrm>
          <a:prstGeom prst="rect">
            <a:avLst/>
          </a:prstGeom>
          <a:solidFill>
            <a:srgbClr val="00857C"/>
          </a:solidFill>
          <a:ln w="12700">
            <a:solidFill>
              <a:srgbClr val="0085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24414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WIFI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508760" y="236829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833"/>
                </a:solidFill>
              </a:rPr>
              <a:t>Couverture WiFi industrielle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508760" y="2651760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SMK + ligne Pristina complète  —  Pepper C1 + tablettes WS + tablettes opérateurs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0607040" y="2459736"/>
            <a:ext cx="1188720" cy="2926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07040" y="24597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REQUIS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74320" y="2971800"/>
            <a:ext cx="116128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2971800"/>
            <a:ext cx="91440" cy="576072"/>
          </a:xfrm>
          <a:prstGeom prst="rect">
            <a:avLst/>
          </a:prstGeom>
          <a:solidFill>
            <a:srgbClr val="E86D1E"/>
          </a:solidFill>
          <a:ln w="12700">
            <a:solidFill>
              <a:srgbClr val="E86D1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3081528"/>
            <a:ext cx="914400" cy="329184"/>
          </a:xfrm>
          <a:prstGeom prst="rect">
            <a:avLst/>
          </a:prstGeom>
          <a:solidFill>
            <a:srgbClr val="E86D1E"/>
          </a:solidFill>
          <a:ln w="12700">
            <a:solidFill>
              <a:srgbClr val="E86D1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08152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ORACLE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508760" y="300837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833"/>
                </a:solidFill>
              </a:rPr>
              <a:t>Accès Oracle GLTEST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508760" y="3291840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Username + Password MWA MSCA  |  Organisation BUC  —  pour phase de tests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607040" y="3099816"/>
            <a:ext cx="1188720" cy="2926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07040" y="30998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REQUIS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3611880"/>
            <a:ext cx="116128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74320" y="3611880"/>
            <a:ext cx="91440" cy="576072"/>
          </a:xfrm>
          <a:prstGeom prst="rect">
            <a:avLst/>
          </a:prstGeom>
          <a:solidFill>
            <a:srgbClr val="E86D1E"/>
          </a:solidFill>
          <a:ln w="12700">
            <a:solidFill>
              <a:srgbClr val="E86D1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" y="3721608"/>
            <a:ext cx="914400" cy="329184"/>
          </a:xfrm>
          <a:prstGeom prst="rect">
            <a:avLst/>
          </a:prstGeom>
          <a:solidFill>
            <a:srgbClr val="E86D1E"/>
          </a:solidFill>
          <a:ln w="12700">
            <a:solidFill>
              <a:srgbClr val="E86D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2920" y="37216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ORACLE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508760" y="364845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833"/>
                </a:solidFill>
              </a:rPr>
              <a:t>Accès Oracle GLPROD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508760" y="3931920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Même configuration  —  pour mise en production finale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607040" y="3739896"/>
            <a:ext cx="1188720" cy="2926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07040" y="373989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REQUIS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74320" y="4251960"/>
            <a:ext cx="116128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274320" y="4251960"/>
            <a:ext cx="91440" cy="5760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920" y="4361688"/>
            <a:ext cx="91440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2920" y="436168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SSL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508760" y="428853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833"/>
                </a:solidFill>
              </a:rPr>
              <a:t>Certificat SSL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1508760" y="4572000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Pour HTTPS (Nginx) et MQTTS (Mosquitto)  —  auto-signé ou Let's Encrypt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607040" y="4379976"/>
            <a:ext cx="1188720" cy="2926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07040" y="437997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REQUIS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74320" y="4892040"/>
            <a:ext cx="116128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274320" y="4892040"/>
            <a:ext cx="91440" cy="57607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02920" y="5001768"/>
            <a:ext cx="914400" cy="32918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2920" y="500176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VPN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1508760" y="492861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833"/>
                </a:solidFill>
              </a:rPr>
              <a:t>VPN GE Healthcare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1508760" y="5212080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Acces dashboard depuis hors usine  —  déjà existant dans GE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607040" y="5020056"/>
            <a:ext cx="1188720" cy="29260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07040" y="502005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EXISTANT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274320" y="5532120"/>
            <a:ext cx="116128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274320" y="5532120"/>
            <a:ext cx="91440" cy="5760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02920" y="5641848"/>
            <a:ext cx="914400" cy="32918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02920" y="56418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CLOUD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1508760" y="556869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833"/>
                </a:solidFill>
              </a:rPr>
              <a:t>Connecteur Power BI → MySQL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508760" y="5852160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Dashboard KPIs pour direction  —  si dashboard externe souhaité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607040" y="5660136"/>
            <a:ext cx="1188720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07040" y="56601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OPTIONNEL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274320" y="6199632"/>
            <a:ext cx="11612880" cy="292608"/>
          </a:xfrm>
          <a:prstGeom prst="rect">
            <a:avLst/>
          </a:prstGeom>
          <a:solidFill>
            <a:srgbClr val="003087"/>
          </a:solidFill>
          <a:ln w="12700">
            <a:solidFill>
              <a:srgbClr val="00308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74320" y="6199632"/>
            <a:ext cx="1161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Développement sur Raspberry Pi en cours  —  Migration vers serveur Linux GE dès validation du prototype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1430000" y="623620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5 / 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RFID - GE Healthcare Buc</dc:title>
  <dc:subject>PptxGenJS Presentation</dc:subject>
  <dc:creator>Stagiaire GE Healthcare Buc</dc:creator>
  <cp:lastModifiedBy>Stagiaire GE Healthcare Buc</cp:lastModifiedBy>
  <cp:revision>1</cp:revision>
  <dcterms:created xsi:type="dcterms:W3CDTF">2026-05-20T13:43:31Z</dcterms:created>
  <dcterms:modified xsi:type="dcterms:W3CDTF">2026-05-20T13:43:31Z</dcterms:modified>
</cp:coreProperties>
</file>