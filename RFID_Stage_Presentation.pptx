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52160"/>
            <a:ext cx="4114800" cy="100584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65760"/>
            <a:ext cx="2560320" cy="59436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365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 HealthCare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011680" cy="3657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Rapport de Stage –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Digitalisation des Flux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857C"/>
                </a:solidFill>
              </a:rPr>
              <a:t>Logistiques par RFID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943600" cy="36576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Ligne Pristina  |  GE Healthcare Buc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Asmae Hmidani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Ingénierie Électromécanique  —  Digitalisation Industrielle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2303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857C"/>
                </a:solidFill>
              </a:rPr>
              <a:t>GE Healthcare Buc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5989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Projet RFID  |  Ligne Pristina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et Problématique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Situation actuelle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669280" cy="36576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09928"/>
            <a:ext cx="292608" cy="292608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Préparation manuelle des chariots par le Water Spider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73152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578608"/>
            <a:ext cx="29260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514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Peu de visibilité temps réel sur les flux logistiques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73152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383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Transactions Oracle parfois retardées ou oubliées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315968"/>
            <a:ext cx="29260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251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Pas de synchronisation physique ↔ système Oracle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983480"/>
            <a:ext cx="73152" cy="7315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184648"/>
            <a:ext cx="292608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51560" y="5120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Difficulté à mesurer les KPI et le takt time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66560" y="960120"/>
            <a:ext cx="516636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960120"/>
            <a:ext cx="5166360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9601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Flux actuel — Ligne Pristina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0" y="1600200"/>
            <a:ext cx="3200400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7240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Supermarché (SMK)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98280" y="2194560"/>
            <a:ext cx="7315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2697480"/>
            <a:ext cx="3200400" cy="59436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Zone Attente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98280" y="3291840"/>
            <a:ext cx="7315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3794760"/>
            <a:ext cx="320040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0" y="3794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Poste Assemblage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98280" y="4389120"/>
            <a:ext cx="7315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4892040"/>
            <a:ext cx="3200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0" y="4892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Retour vide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32320" y="2852928"/>
            <a:ext cx="2103120" cy="548640"/>
          </a:xfrm>
          <a:prstGeom prst="rect">
            <a:avLst/>
          </a:prstGeom>
          <a:solidFill>
            <a:srgbClr val="FFF3CD"/>
          </a:solidFill>
          <a:ln w="19050">
            <a:solidFill>
              <a:srgbClr val="E86D1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28529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D1E"/>
                </a:solidFill>
              </a:rPr>
              <a:t>? Visibilité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6D1E"/>
                </a:solidFill>
              </a:rPr>
              <a:t>limitée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144000" y="3017520"/>
            <a:ext cx="457200" cy="54864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5989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857C"/>
                </a:solidFill>
              </a:rPr>
              <a:t>Objectif : connecter ces étapes avec RFID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Objectifs du Projet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562356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Suivi temps réel des chariots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15087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Position et statut à chaque instant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0515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051560"/>
            <a:ext cx="5623560" cy="34747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55080" y="10515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Automatisation des transactions Oracle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0" y="15087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Move Transaction WIP sans action manuelle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0360"/>
            <a:ext cx="56235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Réduction des opérations manuelles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3444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Water Spider se concentre sur la valeur ajoutée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8803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2880360"/>
            <a:ext cx="5623560" cy="347472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383280"/>
            <a:ext cx="502920" cy="5029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55080" y="28803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Amélioration de la traçabilité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3232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Historique complet de chaque chariot/mission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709160"/>
            <a:ext cx="562356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212080"/>
            <a:ext cx="50292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Calcul KPI / temps cycle / takt time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34440" y="51663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Données terrain en temps réel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4709160"/>
            <a:ext cx="5623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4709160"/>
            <a:ext cx="56235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5212080"/>
            <a:ext cx="502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55080" y="470916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Base évolutive Industrie 4.0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132320" y="51663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7 lignes × 16 lecteurs à terme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Globale du Système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463040" cy="9144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Pepper C1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RFID HF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2377440"/>
            <a:ext cx="146304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MQTTS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8883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2377440"/>
            <a:ext cx="1463040" cy="9144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Mosquitto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Broker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75504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85816" y="2377440"/>
            <a:ext cx="1463040" cy="91440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85816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Flask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48856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2377440"/>
            <a:ext cx="146304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9168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rfid_buc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2377440"/>
            <a:ext cx="14630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3252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Oracle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GLPROD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95560" y="2779776"/>
            <a:ext cx="23774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05872" y="2377440"/>
            <a:ext cx="146304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5872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Power BI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47088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MQTTS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520440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pub/sub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193792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handler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867144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INSERT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540496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cx_Oracle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0213848" y="3337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API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03320"/>
            <a:ext cx="54864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Couche RFID  —  MQTTS port 8883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06908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Pepper C1 publie topic rfid/buc/# avec l'UID du badge lu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434340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QoS 1 — livraison garantie — TLS chiffré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61772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Chaque badge START ou END déclenche la logique Flask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703320"/>
            <a:ext cx="5623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703320"/>
            <a:ext cx="5623560" cy="2926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703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Couche Web  —  HTTPS port 443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069080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Tablettes WS + opérateurs accèdent au dashboard Flask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0" y="4343400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Nginx en reverse proxy — certificat SSL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4617720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• QR Code pistolet envoie HTTP POST direct vers Flask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5074920"/>
            <a:ext cx="11475720" cy="594360"/>
          </a:xfrm>
          <a:prstGeom prst="rect">
            <a:avLst/>
          </a:prstGeom>
          <a:solidFill>
            <a:srgbClr val="FFF3F3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074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sync_oracle.py — Synchronisation périodique Oracle GLPROD/GLTEST → MySQL   |   oracle_msca_move.py — Move Transaction via Telnet MWA MSCA (approche Hino, validée industriellement)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5806440"/>
            <a:ext cx="11475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couches indépendantes : Couche 1 = Tracking physique (100% auto)   |   Couche 2 = Oracle jobs (déclenchée par badgeage)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1  —  RFID Chariots Type A et 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 Pepper C1  •  Raspberry Pi  •  49 chariots  •  98 badges HF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384048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Objectifs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&gt;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20848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Tracking sortie SMK (badge START)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15184"/>
            <a:ext cx="256032" cy="2560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&gt;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5968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Détection retour chariot (badge END)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127248"/>
            <a:ext cx="256032" cy="2560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&gt;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Oracle Move Transaction automatique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639312"/>
            <a:ext cx="256032" cy="2560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36210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Seule action humaine : associer job sur tablette 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169164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691640"/>
            <a:ext cx="3017520" cy="32004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Flux Statuts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148840"/>
            <a:ext cx="237744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148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PREPAREE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77256" y="253288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511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badge START lu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2807208"/>
            <a:ext cx="2377440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2807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EN_ATTENTE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77256" y="3191256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095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badge END lu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3465576"/>
            <a:ext cx="23774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4655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RETOUR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16916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72400" y="1691640"/>
            <a:ext cx="411480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Matériel &amp; Stack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55280" y="2084832"/>
            <a:ext cx="37490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5280" y="2084832"/>
            <a:ext cx="73152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2084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1 × Pepper C1 RFID HF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55280" y="2523744"/>
            <a:ext cx="37490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0" y="2523744"/>
            <a:ext cx="73152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2523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Raspberry Pi (prototype)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955280" y="2962656"/>
            <a:ext cx="37490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2962656"/>
            <a:ext cx="73152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MySQL  —  rfid_buc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55280" y="3401568"/>
            <a:ext cx="37490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3401568"/>
            <a:ext cx="73152" cy="347472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3401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Flask + Mosquitto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955280" y="3840480"/>
            <a:ext cx="374904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5280" y="3840480"/>
            <a:ext cx="7315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0" y="3840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Oracle GLTEST / GLPROD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5760" y="4434840"/>
            <a:ext cx="11475720" cy="1234440"/>
          </a:xfrm>
          <a:prstGeom prst="rect">
            <a:avLst/>
          </a:prstGeom>
          <a:solidFill>
            <a:srgbClr val="F0FDF4"/>
          </a:solidFill>
          <a:ln w="15240">
            <a:solidFill>
              <a:srgbClr val="1E844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4434840"/>
            <a:ext cx="73152" cy="1234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Oracle Move Transaction — Couche 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" y="4754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Python se connecte via Telnet MWA MSCA et simule la saisie clavier d'un opérateur.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" y="50109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Les transactions passent par oracle_move_queue (MySQL) — traitement asynchrone toutes les 10 secondes.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0080" y="526694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Approche validée industriellement — référence : Hino / GE Healthcare Japon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  —  Tracking Complet de Bout en Bout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+1 Pepper C1  •  Nouveau statut EN_APPROCHE  •  Visibilité totale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Nouveauté — Phase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30552"/>
            <a:ext cx="498348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30552"/>
            <a:ext cx="73152" cy="36576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1762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2ème Pepper C1 installé en frontière Zone Attente → Postes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569464"/>
            <a:ext cx="498348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69464"/>
            <a:ext cx="73152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151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Détecte le départ du chariot vers le poste assemblage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498348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08376"/>
            <a:ext cx="73152" cy="36576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540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Nouveau statut EN_APPROCHE déclenché automatiquement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447288"/>
            <a:ext cx="498348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47288"/>
            <a:ext cx="73152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930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Opérateur poste sait qu'un chariot arrive — anticipation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498348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86200"/>
            <a:ext cx="73152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931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Aucune modification du code — seulement configuration MQTT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5806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691640"/>
            <a:ext cx="580644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69164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Flux Statuts Complet — Type A &amp; 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2130552"/>
            <a:ext cx="27432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2130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PREPAREE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57616" y="2514600"/>
            <a:ext cx="7315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53288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badge START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(Pepper C1 #1)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132320" y="2697480"/>
            <a:ext cx="2743200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32320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EN_ATTENTE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57616" y="3081528"/>
            <a:ext cx="7315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09981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EN_APPROCHE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(Pepper C1 #2)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32320" y="3264408"/>
            <a:ext cx="2743200" cy="38404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32320" y="32644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EN_APPROCHE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57616" y="3648456"/>
            <a:ext cx="7315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66674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badge 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(Pepper C1 #1)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132320" y="3831336"/>
            <a:ext cx="27432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132320" y="3831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RETOUR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480560"/>
            <a:ext cx="11475720" cy="1188720"/>
          </a:xfrm>
          <a:prstGeom prst="rect">
            <a:avLst/>
          </a:prstGeom>
          <a:solidFill>
            <a:srgbClr val="E0F7FA"/>
          </a:solidFill>
          <a:ln w="19050">
            <a:solidFill>
              <a:srgbClr val="0085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480560"/>
            <a:ext cx="73152" cy="11887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57C"/>
                </a:solidFill>
              </a:rPr>
              <a:t>Apport de EN_APPROCHE pour la production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480060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L'opérateur au poste reçoit une alerte sur sa tablette quand un chariot quitte la zone d'attente.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504748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Réduction du temps d'attente — meilleur takt time — anticipation des mouvements de chariots.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3035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Phase 1 : Pepper C1 #1 (SMK)   |   Phase 2 : + Pepper C1 #2 (Zone Attente → Postes)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  —  Intégration Chariots Lourds et Palettes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0515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QR Code + Pistolet Scanner  •  Type C (P-70)  •  Type D (palettes, box, caisses)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539496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 C  —  Chariots Lourds P-70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1143000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1488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QR Code Scanner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(Pistolet opérateur)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2404872"/>
            <a:ext cx="15544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47088" y="2148840"/>
            <a:ext cx="1143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47088" y="21488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HTTPS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port 443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90088" y="2404872"/>
            <a:ext cx="15544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2148840"/>
            <a:ext cx="1143000" cy="59436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45536" y="21488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88536" y="2404872"/>
            <a:ext cx="15544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984" y="2148840"/>
            <a:ext cx="114300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43984" y="21488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MySQL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rfid_buc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Pas de badge RFID — Trop lourds pour Pepper C1 standard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512064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Flux Statuts Type C / 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520440"/>
            <a:ext cx="14630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PREPAREE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29968" y="3648456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3913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scan QR entrée poste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58568" y="3520440"/>
            <a:ext cx="1463040" cy="36576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5856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EN_APPROCHE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21608" y="3648456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9136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scan QR retour vide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950208" y="3520440"/>
            <a:ext cx="146304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5020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RETOUR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023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PAS de EN_ATTENTE — Chariot va directement au poste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1691640"/>
            <a:ext cx="5715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691640"/>
            <a:ext cx="5715000" cy="32004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69164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 D  —  Palettes, Box, Caisses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2148840"/>
            <a:ext cx="53949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148840"/>
            <a:ext cx="73152" cy="54864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1945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833"/>
                </a:solidFill>
              </a:rPr>
              <a:t>Palettes de composants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37960" y="2423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Scannées à l'entrée du poste — HTTPS POST Flask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2807208"/>
            <a:ext cx="53949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2807208"/>
            <a:ext cx="73152" cy="54864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8529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833"/>
                </a:solidFill>
              </a:rPr>
              <a:t>Box de pièces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37960" y="30815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QR Code collé sur chaque box — scan pistolet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3465576"/>
            <a:ext cx="53949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465576"/>
            <a:ext cx="73152" cy="54864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5112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833"/>
                </a:solidFill>
              </a:rPr>
              <a:t>Caisses réutilisables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37960" y="373989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Même logique que Type C — flux identique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3246120"/>
            <a:ext cx="5303520" cy="713232"/>
          </a:xfrm>
          <a:prstGeom prst="rect">
            <a:avLst/>
          </a:prstGeom>
          <a:solidFill>
            <a:srgbClr val="FFF3F3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Flux identique Type C — PREPAREE → EN_APPROCHE → RETOUR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547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Pas de EN_ATTENTE — Pas de badge RFID — QR Code uniquement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709160"/>
            <a:ext cx="11475720" cy="987552"/>
          </a:xfrm>
          <a:prstGeom prst="rect">
            <a:avLst/>
          </a:prstGeom>
          <a:solidFill>
            <a:srgbClr val="F3E5F5"/>
          </a:solidFill>
          <a:ln w="15240">
            <a:solidFill>
              <a:srgbClr val="6C348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4709160"/>
            <a:ext cx="73152" cy="9875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7365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</a:rPr>
              <a:t>Comparaison RFID vs QR Code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40080" y="499262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RFID (Type A/B) : automatique 100% — le chariot passe devant Pepper C1 → lecture automatique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0080" y="52120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QR Code (Type C/D) : scan manuel par opérateur → action volontaire — adapté aux chariots hors portée RFID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0080" y="544982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Les deux flux convergent vers le même MySQL — même dashboard — même Oracle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Industrialisation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68880" y="5669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857C"/>
                </a:solidFill>
              </a:rPr>
              <a:t>Architecture Finale  —  Serveur Linux GE + Sécurité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146304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Pepper RFID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(16 lecteurs)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1097280"/>
            <a:ext cx="146304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20824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MQTTS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8883 TLS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83864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097280"/>
            <a:ext cx="1463040" cy="82296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94176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Mosquitto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Broker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57216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67528" y="1097280"/>
            <a:ext cx="1463040" cy="82296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67528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Nginx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30568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097280"/>
            <a:ext cx="146304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rfid_buc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03920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4232" y="1097280"/>
            <a:ext cx="14630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14232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GLPROD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177272" y="1463040"/>
            <a:ext cx="237744" cy="914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87584" y="1097280"/>
            <a:ext cx="146304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87584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76272"/>
            <a:ext cx="3749040" cy="4343400"/>
          </a:xfrm>
          <a:prstGeom prst="rect">
            <a:avLst/>
          </a:prstGeom>
          <a:solidFill>
            <a:srgbClr val="0F1C33"/>
          </a:solidFill>
          <a:ln w="1905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176272"/>
            <a:ext cx="3749040" cy="34747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VM Linux 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2651760"/>
            <a:ext cx="228600" cy="2286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96112" y="2633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VM Ubuntu Server 22.04 LTS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218688"/>
            <a:ext cx="228600" cy="2286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96112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IP fixe réseau usine GE Buc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785616"/>
            <a:ext cx="228600" cy="2286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856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96112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Même code que Raspberry 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352544"/>
            <a:ext cx="228600" cy="2286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52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96112" y="4334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Juste la configuration change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2176272"/>
            <a:ext cx="3749040" cy="4343400"/>
          </a:xfrm>
          <a:prstGeom prst="rect">
            <a:avLst/>
          </a:prstGeom>
          <a:solidFill>
            <a:srgbClr val="0F1C33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97680" y="2176272"/>
            <a:ext cx="3749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2651760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28032" y="2633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MQTTS port 8883  (TLS/SSL)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80560" y="3218688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28032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HTTPS port 443  (Nginx)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80560" y="3785616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37856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828032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Certificat SSL auto-signé / Let's Encrypt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480560" y="4352544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4352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828032" y="4334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VPN GE — accès externe direction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80560" y="4919472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28032" y="4901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Pas d'accès Internet requis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29600" y="2176272"/>
            <a:ext cx="3749040" cy="4343400"/>
          </a:xfrm>
          <a:prstGeom prst="rect">
            <a:avLst/>
          </a:prstGeom>
          <a:solidFill>
            <a:srgbClr val="0F1C33"/>
          </a:solidFill>
          <a:ln w="1905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29600" y="2176272"/>
            <a:ext cx="374904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Infrastructure IT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412480" y="2651760"/>
            <a:ext cx="22860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759952" y="2633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IP fixe + DNS interne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412480" y="3218688"/>
            <a:ext cx="22860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759952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Backup MySQL périodique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412480" y="3785616"/>
            <a:ext cx="22860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2480" y="37856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8759952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Monitoring système Linux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412480" y="4352544"/>
            <a:ext cx="22860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12480" y="43525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759952" y="4334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Power BI Gateway local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412480" y="4919472"/>
            <a:ext cx="22860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1248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759952" y="4901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Extensible 7 lignes × 16 lecteurs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65760" y="6492240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57C"/>
                </a:solidFill>
              </a:rPr>
              <a:t>Prototype Raspberry Pi  →  Production VM Linux GE  |  Même code — configuration différente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 HealthCare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Attendus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02412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24128"/>
            <a:ext cx="3657600" cy="7315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24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1480" y="18013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Visibilité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temps réel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Position et statut de chaque chariot en direct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02412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1024128"/>
            <a:ext cx="36576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024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-80%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25112" y="18013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Erreurs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manuelles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07992" y="24871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Élimination de la saisie manuelle Oracle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38744" y="102412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8744" y="1024128"/>
            <a:ext cx="3657600" cy="7315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024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Auto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38744" y="18013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D1E"/>
                </a:solidFill>
              </a:rPr>
              <a:t>Oracle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6D1E"/>
                </a:solidFill>
              </a:rPr>
              <a:t>synchronisé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21624" y="24871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Move Transactions déclenchées par badgeage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58444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584448"/>
            <a:ext cx="3657600" cy="7315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844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Réel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11480" y="43616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7C"/>
                </a:solidFill>
              </a:rPr>
              <a:t>Temps cycle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857C"/>
                </a:solidFill>
              </a:rPr>
              <a:t>mesuré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50474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Durée réelle de chaque mission chariot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25112" y="358444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25112" y="3584448"/>
            <a:ext cx="3657600" cy="7315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25112" y="35844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KPI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325112" y="43616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</a:rPr>
              <a:t>Tableau de bord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</a:rPr>
              <a:t>automatique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07992" y="50474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Indicateurs production sans saisie manuelle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38744" y="3584448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38744" y="3584448"/>
            <a:ext cx="365760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35844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x7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238744" y="43616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</a:rPr>
              <a:t>Base multi-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</a:rPr>
              <a:t>lignes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21624" y="50474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Architecture extensible — 7 lignes 16 lecteurs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4572000" cy="11887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74320"/>
            <a:ext cx="2560320" cy="59436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274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 HealthCare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6400800" cy="457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847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Projet évolutif Industrie 4.0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Architecture modulaire — Phases 1 → 3 → Production Linux 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502920" cy="502920"/>
          </a:xfrm>
          <a:prstGeom prst="rect">
            <a:avLst/>
          </a:prstGeom>
          <a:solidFill>
            <a:srgbClr val="E86D1E"/>
          </a:solidFill>
          <a:ln w="12700">
            <a:solidFill>
              <a:srgbClr val="E86D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RFID + MQTT + Oracle +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0906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Stack technique moderne — protocoles industriels standards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Prototype Raspberry Pi opérationnel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07822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Code Python Flask/MySQL testé sur le terrain — ligne Pristina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91456"/>
            <a:ext cx="50292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791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48097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Migration finale vers Linux 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065776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Même code — configuration production — sécurité MQTTS/HTTPS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83387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Asmae Hmidani  —  Ingénierie Électromécanique  —  GE Healthcare Buc  — 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83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Digitalisation des Flux Logistiques par RFID – GE Healthcare Buc</dc:title>
  <dc:subject>PptxGenJS Presentation</dc:subject>
  <dc:creator>Asmae Hmidani</dc:creator>
  <cp:lastModifiedBy>Asmae Hmidani</cp:lastModifiedBy>
  <cp:revision>1</cp:revision>
  <dcterms:created xsi:type="dcterms:W3CDTF">2026-05-21T14:57:53Z</dcterms:created>
  <dcterms:modified xsi:type="dcterms:W3CDTF">2026-05-21T14:57:53Z</dcterms:modified>
</cp:coreProperties>
</file>