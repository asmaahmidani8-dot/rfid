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0" y="274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HealthCare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Cart Tracking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Plan &amp; IT Requirements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3310128"/>
            <a:ext cx="8229600" cy="45720"/>
          </a:xfrm>
          <a:prstGeom prst="rect">
            <a:avLst/>
          </a:prstGeom>
          <a:solidFill>
            <a:srgbClr val="4A6A9A"/>
          </a:solidFill>
          <a:ln w="12700">
            <a:solidFill>
              <a:srgbClr val="4A6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9300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Pristina Mammography Line  ·  Buc Factory, France  · 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9136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GE Healthcare  ·  RFID Project Intern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4709160"/>
            <a:ext cx="2377440" cy="50292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Phase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4709160"/>
            <a:ext cx="2926080" cy="502920"/>
          </a:xfrm>
          <a:prstGeom prst="rect">
            <a:avLst/>
          </a:prstGeom>
          <a:solidFill>
            <a:srgbClr val="003875"/>
          </a:solidFill>
          <a:ln w="12700">
            <a:solidFill>
              <a:srgbClr val="0038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4709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Pristina Line  ·  3 RFID Readers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4709160"/>
            <a:ext cx="2560320" cy="502920"/>
          </a:xfrm>
          <a:prstGeom prst="rect">
            <a:avLst/>
          </a:prstGeom>
          <a:solidFill>
            <a:srgbClr val="003875"/>
          </a:solidFill>
          <a:ln w="12700">
            <a:solidFill>
              <a:srgbClr val="0038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709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MQTTS  ·  Oracle GLPROD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12188952" cy="64008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 — Why We Need This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9601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 with no real-time visibility · 5 identified pain points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332720" y="137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HealthCare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8368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Pristina — GE HealthCare Buc  |  Internal Confidential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530352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78992"/>
            <a:ext cx="5303520" cy="411480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0789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PAIN POINTS — CURRENT FLOW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1664208"/>
            <a:ext cx="34747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166420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tracking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1248" y="192024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can't see where each cart is at any moment — blind visibility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2514600"/>
            <a:ext cx="34747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251460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paper labels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1248" y="277063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printed &amp; attached by hand — risk of loss, error, mix-up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3364992"/>
            <a:ext cx="34747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336499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Oracle entry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" y="362102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Spider manually creates Work Order in Oracle — slow, error-prone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4215384"/>
            <a:ext cx="34747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" y="421538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 exit trace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1248" y="447141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leave the supermarket with zero automatic record in Oracle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" y="5065776"/>
            <a:ext cx="34747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5065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" y="506577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delay alert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41248" y="532180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blocked cart triggers no notification — line stops silently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06440" y="1078992"/>
            <a:ext cx="608076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06440" y="1078992"/>
            <a:ext cx="6080760" cy="4114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1078992"/>
            <a:ext cx="6080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FLOW — AS-IS  (all manual)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25312" y="1627632"/>
            <a:ext cx="58521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25312" y="1627632"/>
            <a:ext cx="502920" cy="530352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25312" y="162763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492240" y="166420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Excel planning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18928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Spider consults Excel job list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925312" y="2258568"/>
            <a:ext cx="5852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25312" y="2258568"/>
            <a:ext cx="502920" cy="530352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25312" y="225856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492240" y="229514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 Order in Oracle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2240" y="252374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in Oracle GLPROD — slow &amp; error-prone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925312" y="2889504"/>
            <a:ext cx="58521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25312" y="2889504"/>
            <a:ext cx="502920" cy="530352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25312" y="288950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LBL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492240" y="292608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&amp; attach paper label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92240" y="315468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contains: item, WO number, qty, operation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925312" y="3520440"/>
            <a:ext cx="5852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25312" y="3520440"/>
            <a:ext cx="502920" cy="530352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25312" y="352044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SMK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6492240" y="355701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parts from Supermarket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92240" y="37856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/ TRB / PHCO aisles — manual pick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925312" y="4151376"/>
            <a:ext cx="58521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25312" y="4151376"/>
            <a:ext cx="502920" cy="530352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25312" y="415137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492240" y="41879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cart to Waiting Area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92240" y="441655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parked near Pristina workstations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925312" y="4782312"/>
            <a:ext cx="5852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925312" y="4782312"/>
            <a:ext cx="502920" cy="530352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25312" y="478231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492240" y="48188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to workstation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492240" y="50474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Spider pushes cart to correct station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925312" y="5413248"/>
            <a:ext cx="5852160" cy="530352"/>
          </a:xfrm>
          <a:prstGeom prst="rect">
            <a:avLst/>
          </a:prstGeom>
          <a:solidFill>
            <a:srgbClr val="FFF3E8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25312" y="5413248"/>
            <a:ext cx="502920" cy="530352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25312" y="541324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6492240" y="54498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picks label → opens DHR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492240" y="567842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label to identify job · starts assembly steps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12188952" cy="64008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Solution — RFID Automatic Tracking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9601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tags per cart · 1 reader at SMK/WA boundary · passage readers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332720" y="137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HealthCare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8368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Pristina — GE HealthCare Buc  |  Internal Confidential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069848"/>
            <a:ext cx="11640312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69848"/>
            <a:ext cx="11640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Each cart has 2 RFID tags (START on front · END on back)  ·  1 reader at Supermarket exit = Waiting Area entrance (same physical point)  ·  Passage readers detect cart moving from WA to workstations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01368"/>
            <a:ext cx="2788920" cy="27432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01368"/>
            <a:ext cx="278892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920240"/>
            <a:ext cx="6400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202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143000" y="19385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Move Transaction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4231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tag scanned at SMK exit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Oracle WIP transaction triggered automatically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entry by Water Spider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801368"/>
            <a:ext cx="2788920" cy="2743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801368"/>
            <a:ext cx="2788920" cy="64008"/>
          </a:xfrm>
          <a:prstGeom prst="rect">
            <a:avLst/>
          </a:prstGeom>
          <a:solidFill>
            <a:srgbClr val="005F9E"/>
          </a:solidFill>
          <a:ln w="12700">
            <a:solidFill>
              <a:srgbClr val="005F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1920240"/>
            <a:ext cx="640080" cy="411480"/>
          </a:xfrm>
          <a:prstGeom prst="rect">
            <a:avLst/>
          </a:prstGeom>
          <a:solidFill>
            <a:srgbClr val="005F9E"/>
          </a:solidFill>
          <a:ln w="12700">
            <a:solidFill>
              <a:srgbClr val="005F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9202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114800" y="19385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Position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24231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reader detects cart direction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Status: IN TRANSIT or AT WORKSTATION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dashboard live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1801368"/>
            <a:ext cx="2788920" cy="27432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801368"/>
            <a:ext cx="2788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1920240"/>
            <a:ext cx="6400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9202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7086600" y="19385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Cart Detection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24231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tag scanned at passage reader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Cart flagged as EMPTY, mission done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supermarket queue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89720" y="1801368"/>
            <a:ext cx="2788920" cy="2743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89720" y="1801368"/>
            <a:ext cx="2788920" cy="64008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26880" y="1920240"/>
            <a:ext cx="640080" cy="41148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0" y="19202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10058400" y="19385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Alerts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26880" y="24231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blocked at workstation &gt;30 min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eAndon alert triggered automatically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silent line stops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681728"/>
            <a:ext cx="11640312" cy="914400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727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5010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RFID Tags / cart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(START front · END back)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74720" y="4727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#1 — SMK/WA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74720" y="5010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reader = SMK exit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WA entrance (same point)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4727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Readers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0" y="5010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WA and posts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1 reader per workstation)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326880" y="4727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326880" y="5010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MQTTS — port 8883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1 · TLS encrypted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5687568"/>
            <a:ext cx="11640312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5687568"/>
            <a:ext cx="11640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GAINS:  Only 2 readers needed per line  ·  Move transaction fully automatic  ·  Cart position deduced from passage reader  ·  END tag = empty cart signal  ·  No manual task for Water Spider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12188952" cy="64008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Approach — Prototype Now · Production Later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9601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MQTTS coded from day 1 · when switching to Linux server, code stays 90% identical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332720" y="137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HealthCare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8368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Pristina — GE HealthCare Buc  |  Internal Confidential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069848"/>
            <a:ext cx="5257800" cy="5276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69848"/>
            <a:ext cx="5257800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06984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PROTOTYPE  (Raspberry Pi)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1664208"/>
            <a:ext cx="50292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7190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57400" y="17190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(80 €)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2162556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2174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57400" y="22174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(port 1883, no TLS)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660904"/>
            <a:ext cx="50292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7157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57400" y="27157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paho-mqtt — MQTTS code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3159252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2141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57400" y="32141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(local file)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3657600"/>
            <a:ext cx="50292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7124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57400" y="371246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app.run(debug=True, :5000)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" y="4155948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2108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57400" y="421081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WiFi / Ethernet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4654296"/>
            <a:ext cx="50292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709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57400" y="47091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cx_Oracle → GLPROD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4048" y="5152644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52075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520750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HTML template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048" y="5650992"/>
            <a:ext cx="50292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57058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057400" y="57058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(manual check)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23560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5559552" y="36118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56832" y="1069848"/>
            <a:ext cx="5257800" cy="52760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656832" y="1069848"/>
            <a:ext cx="5257800" cy="457200"/>
          </a:xfrm>
          <a:prstGeom prst="rect">
            <a:avLst/>
          </a:prstGeom>
          <a:solidFill>
            <a:srgbClr val="005F9E"/>
          </a:solidFill>
          <a:ln w="12700">
            <a:solidFill>
              <a:srgbClr val="005F9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106984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— LINUX SERVER  (IT Managed)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766560" y="1664208"/>
            <a:ext cx="502920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17190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439912" y="17190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Server (IT managed)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766560" y="2162556"/>
            <a:ext cx="502920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0" y="22174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39912" y="22174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(port 8883, TLS)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66560" y="2660904"/>
            <a:ext cx="502920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0" y="27157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439912" y="27157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paho-mqtt · SAME CODE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766560" y="3159252"/>
            <a:ext cx="502920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0" y="32141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439912" y="32141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HA (Master + Replica)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766560" y="3657600"/>
            <a:ext cx="502920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0" y="37124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439912" y="371246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+ Nginx HTTPS :443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766560" y="4155948"/>
            <a:ext cx="502920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58000" y="42108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439912" y="421081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Manufacturing (isolated)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766560" y="4654296"/>
            <a:ext cx="502920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8000" y="4709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439912" y="47091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cx_Oracle → GLPROD · SAME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766560" y="5152644"/>
            <a:ext cx="502920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8000" y="52075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439912" y="520750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HTML · SAME CODE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766560" y="5650992"/>
            <a:ext cx="502920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58000" y="57058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439912" y="57058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+ watchdog systemd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675120" y="6080760"/>
            <a:ext cx="201168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22008" y="60807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IT sets up / configures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9418320" y="6080760"/>
            <a:ext cx="201168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665208" y="60807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same code, no change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12188952" cy="64008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Needs to Provide — Final Deployment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9601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areas of IT responsibility for production-ready industrial deployment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332720" y="137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HealthCare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8368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Pristina — GE HealthCare Buc  |  Internal Confidential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59612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97280"/>
            <a:ext cx="64008" cy="1627632"/>
          </a:xfrm>
          <a:prstGeom prst="rect">
            <a:avLst/>
          </a:prstGeom>
          <a:solidFill>
            <a:srgbClr val="005F9E"/>
          </a:solidFill>
          <a:ln w="12700">
            <a:solidFill>
              <a:srgbClr val="005F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18872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1188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Server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57276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Ubuntu 22.04 LTS (or equivalent)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184251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8 core / 16 GB RAM / 200 GB SSD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112264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SSH access for developer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38201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systemd for Flask auto-restart (watchdog)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36208" y="1097280"/>
            <a:ext cx="559612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1097280"/>
            <a:ext cx="64008" cy="1627632"/>
          </a:xfrm>
          <a:prstGeom prst="rect">
            <a:avLst/>
          </a:prstGeom>
          <a:solidFill>
            <a:srgbClr val="005F9E"/>
          </a:solidFill>
          <a:ln w="12700">
            <a:solidFill>
              <a:srgbClr val="005F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118872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1188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— VLAN Manufacturing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19088" y="157276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Dedicated VLAN for all RFID readers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19088" y="184251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Firewall: RFID → server port 8883 only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19088" y="2112264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Server → Oracle GLPROD port 1521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19088" y="238201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Static IP for server + DNS entry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816352"/>
            <a:ext cx="559612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816352"/>
            <a:ext cx="64008" cy="1627632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290779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6112" y="29077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Certificates (MQTTS)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29184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 certificate (ca.crt) for broker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56158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Server cert (server.crt + server.key)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83133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Client certs for each RFID reader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101084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Annual renewal process defined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36208" y="2816352"/>
            <a:ext cx="559612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36208" y="2816352"/>
            <a:ext cx="64008" cy="1627632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91656" y="290779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29077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19088" y="329184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MySQL 8.0 installed + configured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19088" y="356158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Create database: rfid_buc_factory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19088" y="383133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Create user: rfid_user (limited perms)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19088" y="4101084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 setup: Master + Replica (recommended)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535424"/>
            <a:ext cx="559612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4535424"/>
            <a:ext cx="64008" cy="1627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" y="462686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96112" y="46268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GLPROD Access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501091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Oracle credentials for Flask application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528066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Read access: WIP_DISCRETE_JOBS table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555040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Write access: WIP Move Transactions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582015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Network route: server → Oracle :1521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36208" y="4535424"/>
            <a:ext cx="559612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36208" y="4535424"/>
            <a:ext cx="64008" cy="1627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91656" y="462686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858000" y="46268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Backup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19088" y="501091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Zabbix agent (server availability)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19088" y="528066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NAS mount for nightly DB backup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19088" y="555040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Log rotation policy (90 days)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19088" y="582015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Alert contact: who to call if server down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12188952" cy="64008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From IT — Right Now (Internship Phase)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9601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required to validate prototype before end of internship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332720" y="137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HealthCare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8368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Pristina — GE HealthCare Buc  |  Internal Confidential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069848"/>
            <a:ext cx="5257800" cy="5276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69848"/>
            <a:ext cx="5257800" cy="45720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06984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RIGHT NOW — PROTOTYPE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1719072"/>
            <a:ext cx="411480" cy="41148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719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32688" y="1728216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GLPROD access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199339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cx_Oracle connection from Raspberry 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WIP_DISCRETE_JOBS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WIP Move Transactions API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2724912"/>
            <a:ext cx="411480" cy="41148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724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" y="2734056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— port 1521 open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29992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rule: RPi → Oracle GLPROD port 1521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this port needed for the prototype)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3730752"/>
            <a:ext cx="411480" cy="41148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" y="3739896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on factory network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400507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RPi on factory network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IP or DHCP reservation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RFID readers can reach 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4736592"/>
            <a:ext cx="411480" cy="41148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736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2688" y="4745736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1883 open (MQTT prototype)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" y="50109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readers → RPi on port 1883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TLS needed for pilot, just local MQTT)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" y="5806440"/>
            <a:ext cx="502920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5806440"/>
            <a:ext cx="5001768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(MySQL, TLS, Nginx, VLAN, NAS...) is handled by IT at final deployment — not needed now.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742432" y="1069848"/>
            <a:ext cx="6172200" cy="52760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42432" y="1069848"/>
            <a:ext cx="6172200" cy="457200"/>
          </a:xfrm>
          <a:prstGeom prst="rect">
            <a:avLst/>
          </a:prstGeom>
          <a:solidFill>
            <a:srgbClr val="005F9E"/>
          </a:solidFill>
          <a:ln w="12700">
            <a:solidFill>
              <a:srgbClr val="005F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1069848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DEPLOYMENT — IT MANAGES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52160" y="1664208"/>
            <a:ext cx="594360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E0F0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0" y="1664208"/>
            <a:ext cx="457200" cy="384048"/>
          </a:xfrm>
          <a:prstGeom prst="rect">
            <a:avLst/>
          </a:prstGeom>
          <a:solidFill>
            <a:srgbClr val="005F9E"/>
          </a:solidFill>
          <a:ln w="12700">
            <a:solidFill>
              <a:srgbClr val="005F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16642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82512" y="1728216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Server (Ubuntu 22.04 LTS)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852160" y="2112264"/>
            <a:ext cx="5943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52160" y="2112264"/>
            <a:ext cx="457200" cy="384048"/>
          </a:xfrm>
          <a:prstGeom prst="rect">
            <a:avLst/>
          </a:prstGeom>
          <a:solidFill>
            <a:srgbClr val="005F9E"/>
          </a:solidFill>
          <a:ln w="12700">
            <a:solidFill>
              <a:srgbClr val="005F9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21122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82512" y="217627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— install, configure, HA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852160" y="2560320"/>
            <a:ext cx="594360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E0F0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52160" y="2560320"/>
            <a:ext cx="457200" cy="384048"/>
          </a:xfrm>
          <a:prstGeom prst="rect">
            <a:avLst/>
          </a:prstGeom>
          <a:solidFill>
            <a:srgbClr val="005F9E"/>
          </a:solidFill>
          <a:ln w="12700">
            <a:solidFill>
              <a:srgbClr val="005F9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25603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82512" y="262432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Manufacturing — RFID isolation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52160" y="3008376"/>
            <a:ext cx="5943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52160" y="3008376"/>
            <a:ext cx="457200" cy="384048"/>
          </a:xfrm>
          <a:prstGeom prst="rect">
            <a:avLst/>
          </a:prstGeom>
          <a:solidFill>
            <a:srgbClr val="005F9E"/>
          </a:solidFill>
          <a:ln w="12700">
            <a:solidFill>
              <a:srgbClr val="005F9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0" y="30083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82512" y="3072384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MQTTS — port 8883 + TLS certs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852160" y="3456432"/>
            <a:ext cx="594360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E0F0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52160" y="3456432"/>
            <a:ext cx="457200" cy="384048"/>
          </a:xfrm>
          <a:prstGeom prst="rect">
            <a:avLst/>
          </a:prstGeom>
          <a:solidFill>
            <a:srgbClr val="005F9E"/>
          </a:solidFill>
          <a:ln w="12700">
            <a:solidFill>
              <a:srgbClr val="005F9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52160" y="34564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82512" y="3520440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certificates — CA + server + client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852160" y="3904488"/>
            <a:ext cx="5943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52160" y="3904488"/>
            <a:ext cx="457200" cy="384048"/>
          </a:xfrm>
          <a:prstGeom prst="rect">
            <a:avLst/>
          </a:prstGeom>
          <a:solidFill>
            <a:srgbClr val="005F9E"/>
          </a:solidFill>
          <a:ln w="12700">
            <a:solidFill>
              <a:srgbClr val="005F9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52160" y="3904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382512" y="3968496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 — HTTPS :443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852160" y="4352544"/>
            <a:ext cx="594360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E0F0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52160" y="4352544"/>
            <a:ext cx="457200" cy="384048"/>
          </a:xfrm>
          <a:prstGeom prst="rect">
            <a:avLst/>
          </a:prstGeom>
          <a:solidFill>
            <a:srgbClr val="005F9E"/>
          </a:solidFill>
          <a:ln w="12700">
            <a:solidFill>
              <a:srgbClr val="005F9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52160" y="43525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382512" y="44165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rules — port whitelist per zone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852160" y="4800600"/>
            <a:ext cx="5943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52160" y="4800600"/>
            <a:ext cx="457200" cy="384048"/>
          </a:xfrm>
          <a:prstGeom prst="rect">
            <a:avLst/>
          </a:prstGeom>
          <a:solidFill>
            <a:srgbClr val="005F9E"/>
          </a:solidFill>
          <a:ln w="12700">
            <a:solidFill>
              <a:srgbClr val="005F9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52160" y="4800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382512" y="486460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monitoring — server uptime alerts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852160" y="5248656"/>
            <a:ext cx="594360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E0F0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852160" y="5248656"/>
            <a:ext cx="457200" cy="384048"/>
          </a:xfrm>
          <a:prstGeom prst="rect">
            <a:avLst/>
          </a:prstGeom>
          <a:solidFill>
            <a:srgbClr val="005F9E"/>
          </a:solidFill>
          <a:ln w="12700">
            <a:solidFill>
              <a:srgbClr val="005F9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52160" y="52486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382512" y="5312664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backup — nightly DB backup, 90 days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852160" y="5696712"/>
            <a:ext cx="5943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852160" y="5696712"/>
            <a:ext cx="457200" cy="384048"/>
          </a:xfrm>
          <a:prstGeom prst="rect">
            <a:avLst/>
          </a:prstGeom>
          <a:solidFill>
            <a:srgbClr val="005F9E"/>
          </a:solidFill>
          <a:ln w="12700">
            <a:solidFill>
              <a:srgbClr val="005F9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52160" y="56967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382512" y="5760720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network route — server → GLPROD :1521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852160" y="6144768"/>
            <a:ext cx="594360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E0F0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52160" y="6144768"/>
            <a:ext cx="457200" cy="384048"/>
          </a:xfrm>
          <a:prstGeom prst="rect">
            <a:avLst/>
          </a:prstGeom>
          <a:solidFill>
            <a:srgbClr val="005F9E"/>
          </a:solidFill>
          <a:ln w="12700">
            <a:solidFill>
              <a:srgbClr val="005F9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52160" y="61447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6382512" y="6208776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Gateway — KPI dashboards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12188952" cy="64008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Roadmap — 4 Phases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9601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internship pilot on Raspberry Pi to full factory Azure cloud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332720" y="137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HealthCare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8368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Pristina — GE HealthCare Buc  |  Internal Confidential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2788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97280"/>
            <a:ext cx="2788920" cy="96012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1556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325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274320" y="2057400"/>
            <a:ext cx="278892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75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Pilot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June 2026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74320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Raspberry Pi 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2278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SQLite database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7124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MQTTS (port 1883)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41970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Pristina line only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 RFID readers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51663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Oracle GLPROD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1097280"/>
            <a:ext cx="2788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1097280"/>
            <a:ext cx="2788920" cy="960120"/>
          </a:xfrm>
          <a:prstGeom prst="rect">
            <a:avLst/>
          </a:prstGeom>
          <a:solidFill>
            <a:srgbClr val="005F9E"/>
          </a:solidFill>
          <a:ln w="12700">
            <a:solidFill>
              <a:srgbClr val="005F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111556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1325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3246120" y="2057400"/>
            <a:ext cx="278892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075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Lines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23317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0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83280" y="274320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Linux Server IT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83280" y="32278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MySQL replaces SQLite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83280" y="37124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 6 production lines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83280" y="41970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18 RFID readers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83280" y="468172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 Oracle prod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83280" y="51663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BI KPIs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1097280"/>
            <a:ext cx="2788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1097280"/>
            <a:ext cx="27889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111556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1325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39" name="Shape 37"/>
          <p:cNvSpPr/>
          <p:nvPr/>
        </p:nvSpPr>
        <p:spPr>
          <a:xfrm>
            <a:off x="6217920" y="2057400"/>
            <a:ext cx="278892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2075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HA + Redis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23317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55080" y="274320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MySQL Master + Replica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55080" y="32278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Redis cache layer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55080" y="37124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VLAN Manufacturing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55080" y="41970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MQTTS port 8883 TLS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55080" y="468172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Nginx HTTPS :443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55080" y="51663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eAndon alerts live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189720" y="1097280"/>
            <a:ext cx="2788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189720" y="1097280"/>
            <a:ext cx="2788920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81160" y="111556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281160" y="1325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2" name="Shape 50"/>
          <p:cNvSpPr/>
          <p:nvPr/>
        </p:nvSpPr>
        <p:spPr>
          <a:xfrm>
            <a:off x="9189720" y="2057400"/>
            <a:ext cx="278892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81160" y="2075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281160" y="23317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326880" y="274320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Azure IoT Hub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326880" y="32278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Azure SQL (cloud DB)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326880" y="37124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Multi-factory rollout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326880" y="41970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CI/CD pipeline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9326880" y="468172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Global dashboards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9326880" y="51663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99.99% SLA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74320" y="6035040"/>
            <a:ext cx="2788920" cy="201168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03504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RFID Cart Tracking — Development Plan &amp; IT Requirements</dc:title>
  <dc:subject>PptxGenJS Presentation</dc:subject>
  <dc:creator>GE Healthcare Intern</dc:creator>
  <cp:lastModifiedBy>GE Healthcare Intern</cp:lastModifiedBy>
  <cp:revision>1</cp:revision>
  <dcterms:created xsi:type="dcterms:W3CDTF">2026-05-15T14:37:21Z</dcterms:created>
  <dcterms:modified xsi:type="dcterms:W3CDTF">2026-05-15T14:37:21Z</dcterms:modified>
</cp:coreProperties>
</file>